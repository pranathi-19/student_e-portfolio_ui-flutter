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401e00b-6bf2-1355-447e-a04946df25be}">
          <p14:sldIdLst>
            <p14:sldId id="256"/>
            <p14:sldId id="257"/>
          </p14:sldIdLst>
        </p14:section>
        <p14:section name="Background" id="{950c6572-c96c-3103-c06c-914fc67e04a7}">
          <p14:sldIdLst>
            <p14:sldId id="258"/>
          </p14:sldIdLst>
        </p14:section>
        <p14:section name="Design" id="{6da34ff1-b81a-294d-dc51-8af7f94af446}">
          <p14:sldIdLst>
            <p14:sldId id="259"/>
            <p14:sldId id="260"/>
            <p14:sldId id="261"/>
          </p14:sldIdLst>
        </p14:section>
        <p14:section name="Output Screens" id="{395b85c7-ced6-a6f9-f881-792c4cf3626f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is my project, the Student E-Portfolio Application, built with Flutter. The screen on the right is the login screen of my running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e-portfolio is simply a digital collection of a student's work and records. My app brings five sections together so that anyone reviewing it does not have to open separate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simple: my records are in many places. The four objectives on the right are what I wanted this app to achieve.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parts of the app. The login screen simply asks for a roll number and password before showing the portfolio. The other five sections are reached through the bottom navigation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and Dart build the app. I wrote the code in VS Code and tested it in Chrome as a Flutter web app. url_launcher opens the GitHub and report links, and the assets folder holds my photo and certificate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followed five simple steps, from deciding the sections to running the app and reviewing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shows my education history in a table, my results, and my technical skills: languages like Java, Python, C, C++ and SQL, and tools like Git, GitHub, VS Code, Tableau and Overleaf.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one course or certificate. When I tap View, the actual certificate opens in a new tab. Here it is the Being Zero Coding League participation certificate.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lists four activities, each with a one-line description. These show what I did outside the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achievements page is a slideshow. There are four cards: Flag Quest second place, Infosys Springboard Internship shortlisting, Anokhee Mentorship selection, and over 500 coding problems 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projects are showcased by the portfolio; they are not built inside it. View on GitHub opens the Workforce Insights repository, and View Project Report opens the IntegrityX report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7"/>
                </a:solidFill>
              </a:rPr>
              <a:t>Student E-Portfolio Application  |  G. Pranathi  |  24WH1A0584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"/>
          <p:cNvSpPr txBox="1"/>
          <p:nvPr/>
        </p:nvSpPr>
        <p:spPr>
          <a:xfrm>
            <a:off x="64008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Student E-Portfolio Application</a:t>
            </a:r>
            <a:endParaRPr lang="en-US" sz="3600" dirty="0"/>
          </a:p>
        </p:txBody>
      </p:sp>
      <p:sp>
        <p:nvSpPr>
          <p:cNvPr id="3" name="Cover subtitle"/>
          <p:cNvSpPr txBox="1"/>
          <p:nvPr/>
        </p:nvSpPr>
        <p:spPr>
          <a:xfrm>
            <a:off x="640080" y="2560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E"/>
                </a:solidFill>
              </a:rPr>
              <a:t>A Flutter-Based Student Portfolio</a:t>
            </a:r>
            <a:endParaRPr lang="en-US" sz="2000" dirty="0"/>
          </a:p>
        </p:txBody>
      </p:sp>
      <p:sp>
        <p:nvSpPr>
          <p:cNvPr id="4" name="Student details"/>
          <p:cNvSpPr txBox="1"/>
          <p:nvPr/>
        </p:nvSpPr>
        <p:spPr>
          <a:xfrm>
            <a:off x="640080" y="3566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G. Pranathi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Roll No. 24WH1A0584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BVRIT Hyderabad College of Engineering for Women</a:t>
            </a:r>
            <a:endParaRPr lang="en-US" sz="1600" dirty="0"/>
          </a:p>
        </p:txBody>
      </p:sp>
      <p:sp>
        <p:nvSpPr>
          <p:cNvPr id="5" name="Cover image card"/>
          <p:cNvSpPr/>
          <p:nvPr/>
        </p:nvSpPr>
        <p:spPr>
          <a:xfrm>
            <a:off x="5897880" y="731520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Login screen" descr="/home/claude/img/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868680"/>
            <a:ext cx="2514600" cy="3274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Intro text"/>
          <p:cNvSpPr txBox="1"/>
          <p:nvPr/>
        </p:nvSpPr>
        <p:spPr>
          <a:xfrm>
            <a:off x="457200" y="118872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student e-portfolio is a digital record of a student's learning journey: marks, skills, certificates and projects, kept in one place.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This application presents that information in a single organized interface. After logging in, a bottom navigation bar lets the viewer move between academic details, certifications, activities, achievements and projects.</a:t>
            </a:r>
            <a:endParaRPr lang="en-US" sz="1700" dirty="0"/>
          </a:p>
        </p:txBody>
      </p:sp>
      <p:sp>
        <p:nvSpPr>
          <p:cNvPr id="4" name="Hub"/>
          <p:cNvSpPr/>
          <p:nvPr/>
        </p:nvSpPr>
        <p:spPr>
          <a:xfrm>
            <a:off x="5212080" y="1188720"/>
            <a:ext cx="34747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ub label"/>
          <p:cNvSpPr txBox="1"/>
          <p:nvPr/>
        </p:nvSpPr>
        <p:spPr>
          <a:xfrm>
            <a:off x="5212080" y="1188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 E-Portfolio</a:t>
            </a:r>
            <a:endParaRPr lang="en-US" sz="2000" dirty="0"/>
          </a:p>
        </p:txBody>
      </p:sp>
      <p:sp>
        <p:nvSpPr>
          <p:cNvPr id="6" name="Pill Academic Details"/>
          <p:cNvSpPr/>
          <p:nvPr/>
        </p:nvSpPr>
        <p:spPr>
          <a:xfrm>
            <a:off x="5212080" y="2194560"/>
            <a:ext cx="3474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ill label Academic Details"/>
          <p:cNvSpPr txBox="1"/>
          <p:nvPr/>
        </p:nvSpPr>
        <p:spPr>
          <a:xfrm>
            <a:off x="53949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Academic Details</a:t>
            </a:r>
            <a:endParaRPr lang="en-US" sz="1600" dirty="0"/>
          </a:p>
        </p:txBody>
      </p:sp>
      <p:sp>
        <p:nvSpPr>
          <p:cNvPr id="8" name="Pill Course Certifications"/>
          <p:cNvSpPr/>
          <p:nvPr/>
        </p:nvSpPr>
        <p:spPr>
          <a:xfrm>
            <a:off x="5212080" y="2651760"/>
            <a:ext cx="3474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ll label Course Certifications"/>
          <p:cNvSpPr txBox="1"/>
          <p:nvPr/>
        </p:nvSpPr>
        <p:spPr>
          <a:xfrm>
            <a:off x="539496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Course Certifications</a:t>
            </a:r>
            <a:endParaRPr lang="en-US" sz="1600" dirty="0"/>
          </a:p>
        </p:txBody>
      </p:sp>
      <p:sp>
        <p:nvSpPr>
          <p:cNvPr id="10" name="Pill Activities"/>
          <p:cNvSpPr/>
          <p:nvPr/>
        </p:nvSpPr>
        <p:spPr>
          <a:xfrm>
            <a:off x="5212080" y="3108960"/>
            <a:ext cx="3474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ill label Activities"/>
          <p:cNvSpPr txBox="1"/>
          <p:nvPr/>
        </p:nvSpPr>
        <p:spPr>
          <a:xfrm>
            <a:off x="53949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Activities</a:t>
            </a:r>
            <a:endParaRPr lang="en-US" sz="1600" dirty="0"/>
          </a:p>
        </p:txBody>
      </p:sp>
      <p:sp>
        <p:nvSpPr>
          <p:cNvPr id="12" name="Pill Achievements"/>
          <p:cNvSpPr/>
          <p:nvPr/>
        </p:nvSpPr>
        <p:spPr>
          <a:xfrm>
            <a:off x="5212080" y="3566160"/>
            <a:ext cx="3474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ill label Achievements"/>
          <p:cNvSpPr txBox="1"/>
          <p:nvPr/>
        </p:nvSpPr>
        <p:spPr>
          <a:xfrm>
            <a:off x="539496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Achievements</a:t>
            </a:r>
            <a:endParaRPr lang="en-US" sz="1600" dirty="0"/>
          </a:p>
        </p:txBody>
      </p:sp>
      <p:sp>
        <p:nvSpPr>
          <p:cNvPr id="14" name="Pill Projects"/>
          <p:cNvSpPr/>
          <p:nvPr/>
        </p:nvSpPr>
        <p:spPr>
          <a:xfrm>
            <a:off x="5212080" y="4023360"/>
            <a:ext cx="3474720" cy="3657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 label Projects"/>
          <p:cNvSpPr txBox="1"/>
          <p:nvPr/>
        </p:nvSpPr>
        <p:spPr>
          <a:xfrm>
            <a:off x="5394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Projects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Statement and Objectives</a:t>
            </a:r>
            <a:endParaRPr lang="en-US" sz="2800" dirty="0"/>
          </a:p>
        </p:txBody>
      </p:sp>
      <p:sp>
        <p:nvSpPr>
          <p:cNvPr id="3" name="Problem heading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4" name="Problem text"/>
          <p:cNvSpPr txBox="1"/>
          <p:nvPr/>
        </p:nvSpPr>
        <p:spPr>
          <a:xfrm>
            <a:off x="45720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student's information is usually scattered across mark sheets, certificate files, documents and separate project links. Reviewing it all takes time and is easy to get wrong.</a:t>
            </a:r>
            <a:endParaRPr lang="en-US" sz="1600" dirty="0"/>
          </a:p>
        </p:txBody>
      </p:sp>
      <p:sp>
        <p:nvSpPr>
          <p:cNvPr id="5" name="Scattered Mark sheets"/>
          <p:cNvSpPr/>
          <p:nvPr/>
        </p:nvSpPr>
        <p:spPr>
          <a:xfrm>
            <a:off x="457200" y="324612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cattered label Mark sheets"/>
          <p:cNvSpPr txBox="1"/>
          <p:nvPr/>
        </p:nvSpPr>
        <p:spPr>
          <a:xfrm>
            <a:off x="45720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Mark sheets</a:t>
            </a:r>
            <a:endParaRPr lang="en-US" sz="1500" dirty="0"/>
          </a:p>
        </p:txBody>
      </p:sp>
      <p:sp>
        <p:nvSpPr>
          <p:cNvPr id="7" name="Scattered Certificates"/>
          <p:cNvSpPr/>
          <p:nvPr/>
        </p:nvSpPr>
        <p:spPr>
          <a:xfrm>
            <a:off x="2331720" y="324612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cattered label Certificates"/>
          <p:cNvSpPr txBox="1"/>
          <p:nvPr/>
        </p:nvSpPr>
        <p:spPr>
          <a:xfrm>
            <a:off x="233172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Certificates</a:t>
            </a:r>
            <a:endParaRPr lang="en-US" sz="1500" dirty="0"/>
          </a:p>
        </p:txBody>
      </p:sp>
      <p:sp>
        <p:nvSpPr>
          <p:cNvPr id="9" name="Scattered Documents"/>
          <p:cNvSpPr/>
          <p:nvPr/>
        </p:nvSpPr>
        <p:spPr>
          <a:xfrm>
            <a:off x="457200" y="388620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cattered label Documents"/>
          <p:cNvSpPr txBox="1"/>
          <p:nvPr/>
        </p:nvSpPr>
        <p:spPr>
          <a:xfrm>
            <a:off x="45720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Documents</a:t>
            </a:r>
            <a:endParaRPr lang="en-US" sz="1500" dirty="0"/>
          </a:p>
        </p:txBody>
      </p:sp>
      <p:sp>
        <p:nvSpPr>
          <p:cNvPr id="11" name="Scattered Project links"/>
          <p:cNvSpPr/>
          <p:nvPr/>
        </p:nvSpPr>
        <p:spPr>
          <a:xfrm>
            <a:off x="2331720" y="388620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cattered label Project links"/>
          <p:cNvSpPr txBox="1"/>
          <p:nvPr/>
        </p:nvSpPr>
        <p:spPr>
          <a:xfrm>
            <a:off x="233172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Project links</a:t>
            </a:r>
            <a:endParaRPr lang="en-US" sz="1500" dirty="0"/>
          </a:p>
        </p:txBody>
      </p:sp>
      <p:sp>
        <p:nvSpPr>
          <p:cNvPr id="13" name="Objectives heading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14" name="Objective card 1"/>
          <p:cNvSpPr/>
          <p:nvPr/>
        </p:nvSpPr>
        <p:spPr>
          <a:xfrm>
            <a:off x="4663440" y="155448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ber badge 1"/>
          <p:cNvSpPr/>
          <p:nvPr/>
        </p:nvSpPr>
        <p:spPr>
          <a:xfrm>
            <a:off x="4800600" y="170078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Number 1"/>
          <p:cNvSpPr txBox="1"/>
          <p:nvPr/>
        </p:nvSpPr>
        <p:spPr>
          <a:xfrm>
            <a:off x="480060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7" name="Objective 1"/>
          <p:cNvSpPr txBox="1"/>
          <p:nvPr/>
        </p:nvSpPr>
        <p:spPr>
          <a:xfrm>
            <a:off x="5303520" y="1554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Organize student information in one place.</a:t>
            </a:r>
            <a:endParaRPr lang="en-US" sz="1500" dirty="0"/>
          </a:p>
        </p:txBody>
      </p:sp>
      <p:sp>
        <p:nvSpPr>
          <p:cNvPr id="18" name="Objective card 2"/>
          <p:cNvSpPr/>
          <p:nvPr/>
        </p:nvSpPr>
        <p:spPr>
          <a:xfrm>
            <a:off x="4663440" y="233172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ber badge 2"/>
          <p:cNvSpPr/>
          <p:nvPr/>
        </p:nvSpPr>
        <p:spPr>
          <a:xfrm>
            <a:off x="4800600" y="247802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Number 2"/>
          <p:cNvSpPr txBox="1"/>
          <p:nvPr/>
        </p:nvSpPr>
        <p:spPr>
          <a:xfrm>
            <a:off x="480060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1" name="Objective 2"/>
          <p:cNvSpPr txBox="1"/>
          <p:nvPr/>
        </p:nvSpPr>
        <p:spPr>
          <a:xfrm>
            <a:off x="5303520" y="23317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 academic and technical details easy to review.</a:t>
            </a:r>
            <a:endParaRPr lang="en-US" sz="1500" dirty="0"/>
          </a:p>
        </p:txBody>
      </p:sp>
      <p:sp>
        <p:nvSpPr>
          <p:cNvPr id="22" name="Objective card 3"/>
          <p:cNvSpPr/>
          <p:nvPr/>
        </p:nvSpPr>
        <p:spPr>
          <a:xfrm>
            <a:off x="4663440" y="310896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umber badge 3"/>
          <p:cNvSpPr/>
          <p:nvPr/>
        </p:nvSpPr>
        <p:spPr>
          <a:xfrm>
            <a:off x="4800600" y="325526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Number 3"/>
          <p:cNvSpPr txBox="1"/>
          <p:nvPr/>
        </p:nvSpPr>
        <p:spPr>
          <a:xfrm>
            <a:off x="480060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Objective 3"/>
          <p:cNvSpPr txBox="1"/>
          <p:nvPr/>
        </p:nvSpPr>
        <p:spPr>
          <a:xfrm>
            <a:off x="5303520" y="31089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Present achievements and projects clearly.</a:t>
            </a:r>
            <a:endParaRPr lang="en-US" sz="1500" dirty="0"/>
          </a:p>
        </p:txBody>
      </p:sp>
      <p:sp>
        <p:nvSpPr>
          <p:cNvPr id="26" name="Objective card 4"/>
          <p:cNvSpPr/>
          <p:nvPr/>
        </p:nvSpPr>
        <p:spPr>
          <a:xfrm>
            <a:off x="4663440" y="388620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Number badge 4"/>
          <p:cNvSpPr/>
          <p:nvPr/>
        </p:nvSpPr>
        <p:spPr>
          <a:xfrm>
            <a:off x="4800600" y="4032504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Number 4"/>
          <p:cNvSpPr txBox="1"/>
          <p:nvPr/>
        </p:nvSpPr>
        <p:spPr>
          <a:xfrm>
            <a:off x="480060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Objective 4"/>
          <p:cNvSpPr txBox="1"/>
          <p:nvPr/>
        </p:nvSpPr>
        <p:spPr>
          <a:xfrm>
            <a:off x="5303520" y="38862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Provide straightforward navigation between portfolio sections.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Main Features</a:t>
            </a:r>
            <a:endParaRPr lang="en-US" sz="2800" dirty="0"/>
          </a:p>
        </p:txBody>
      </p:sp>
      <p:pic>
        <p:nvPicPr>
          <p:cNvPr id="3" name="Dashboard screenshot" descr="/home/claude/img/acad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572000" cy="2578100"/>
          </a:xfrm>
          <a:prstGeom prst="rect">
            <a:avLst/>
          </a:prstGeom>
        </p:spPr>
      </p:pic>
      <p:sp>
        <p:nvSpPr>
          <p:cNvPr id="4" name="Dashboard screenshot border"/>
          <p:cNvSpPr/>
          <p:nvPr/>
        </p:nvSpPr>
        <p:spPr>
          <a:xfrm>
            <a:off x="457200" y="1143000"/>
            <a:ext cx="4572000" cy="2578100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7942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Landing page after login, with the bottom navigation bar</a:t>
            </a:r>
            <a:endParaRPr lang="en-US" sz="1100" dirty="0"/>
          </a:p>
        </p:txBody>
      </p:sp>
      <p:sp>
        <p:nvSpPr>
          <p:cNvPr id="6" name="Feature card Login"/>
          <p:cNvSpPr/>
          <p:nvPr/>
        </p:nvSpPr>
        <p:spPr>
          <a:xfrm>
            <a:off x="5303520" y="1143000"/>
            <a:ext cx="33832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eature text Login"/>
          <p:cNvSpPr txBox="1"/>
          <p:nvPr/>
        </p:nvSpPr>
        <p:spPr>
          <a:xfrm>
            <a:off x="5440680" y="114300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Login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F6677"/>
                </a:solidFill>
              </a:rPr>
              <a:t>Roll number and password screen</a:t>
            </a:r>
            <a:endParaRPr lang="en-US" sz="1500" dirty="0"/>
          </a:p>
        </p:txBody>
      </p:sp>
      <p:sp>
        <p:nvSpPr>
          <p:cNvPr id="8" name="Feature card Academic Details"/>
          <p:cNvSpPr/>
          <p:nvPr/>
        </p:nvSpPr>
        <p:spPr>
          <a:xfrm>
            <a:off x="5303520" y="1709928"/>
            <a:ext cx="33832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ure text Academic Details"/>
          <p:cNvSpPr txBox="1"/>
          <p:nvPr/>
        </p:nvSpPr>
        <p:spPr>
          <a:xfrm>
            <a:off x="5440680" y="170992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Academic Details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F6677"/>
                </a:solidFill>
              </a:rPr>
              <a:t>Education, results and skills</a:t>
            </a:r>
            <a:endParaRPr lang="en-US" sz="1500" dirty="0"/>
          </a:p>
        </p:txBody>
      </p:sp>
      <p:sp>
        <p:nvSpPr>
          <p:cNvPr id="10" name="Feature card Course Certifications"/>
          <p:cNvSpPr/>
          <p:nvPr/>
        </p:nvSpPr>
        <p:spPr>
          <a:xfrm>
            <a:off x="5303520" y="2276856"/>
            <a:ext cx="33832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Feature text Course Certifications"/>
          <p:cNvSpPr txBox="1"/>
          <p:nvPr/>
        </p:nvSpPr>
        <p:spPr>
          <a:xfrm>
            <a:off x="5440680" y="227685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Course Certifications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F6677"/>
                </a:solidFill>
              </a:rPr>
              <a:t>Course list with View action</a:t>
            </a:r>
            <a:endParaRPr lang="en-US" sz="1500" dirty="0"/>
          </a:p>
        </p:txBody>
      </p:sp>
      <p:sp>
        <p:nvSpPr>
          <p:cNvPr id="12" name="Feature card Activities"/>
          <p:cNvSpPr/>
          <p:nvPr/>
        </p:nvSpPr>
        <p:spPr>
          <a:xfrm>
            <a:off x="5303520" y="2843784"/>
            <a:ext cx="33832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eature text Activities"/>
          <p:cNvSpPr txBox="1"/>
          <p:nvPr/>
        </p:nvSpPr>
        <p:spPr>
          <a:xfrm>
            <a:off x="5440680" y="2843784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Activities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F6677"/>
                </a:solidFill>
              </a:rPr>
              <a:t>Mentorship and technical events</a:t>
            </a:r>
            <a:endParaRPr lang="en-US" sz="1500" dirty="0"/>
          </a:p>
        </p:txBody>
      </p:sp>
      <p:sp>
        <p:nvSpPr>
          <p:cNvPr id="14" name="Feature card Achievements"/>
          <p:cNvSpPr/>
          <p:nvPr/>
        </p:nvSpPr>
        <p:spPr>
          <a:xfrm>
            <a:off x="5303520" y="3410712"/>
            <a:ext cx="33832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Feature text Achievements"/>
          <p:cNvSpPr txBox="1"/>
          <p:nvPr/>
        </p:nvSpPr>
        <p:spPr>
          <a:xfrm>
            <a:off x="5440680" y="3410712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Achievements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F6677"/>
                </a:solidFill>
              </a:rPr>
              <a:t>Highlights in a slide carousel</a:t>
            </a:r>
            <a:endParaRPr lang="en-US" sz="1500" dirty="0"/>
          </a:p>
        </p:txBody>
      </p:sp>
      <p:sp>
        <p:nvSpPr>
          <p:cNvPr id="16" name="Feature card Projects"/>
          <p:cNvSpPr/>
          <p:nvPr/>
        </p:nvSpPr>
        <p:spPr>
          <a:xfrm>
            <a:off x="5303520" y="3977640"/>
            <a:ext cx="338328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eature text Projects"/>
          <p:cNvSpPr txBox="1"/>
          <p:nvPr/>
        </p:nvSpPr>
        <p:spPr>
          <a:xfrm>
            <a:off x="5440680" y="397764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Projects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F6677"/>
                </a:solidFill>
              </a:rPr>
              <a:t>Projects with GitHub and report links</a:t>
            </a:r>
            <a:endParaRPr lang="en-US" sz="1500" dirty="0"/>
          </a:p>
        </p:txBody>
      </p:sp>
      <p:sp>
        <p:nvSpPr>
          <p:cNvPr id="18" name="Features summary"/>
          <p:cNvSpPr txBox="1"/>
          <p:nvPr/>
        </p:nvSpPr>
        <p:spPr>
          <a:xfrm>
            <a:off x="45720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section has its own page, so information stays organized and easy to find.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Tech card Flutter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ch name Flutter"/>
          <p:cNvSpPr txBox="1"/>
          <p:nvPr/>
        </p:nvSpPr>
        <p:spPr>
          <a:xfrm>
            <a:off x="6400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Flutter</a:t>
            </a:r>
            <a:endParaRPr lang="en-US" sz="1800" dirty="0"/>
          </a:p>
        </p:txBody>
      </p:sp>
      <p:sp>
        <p:nvSpPr>
          <p:cNvPr id="5" name="Tech role Flutter"/>
          <p:cNvSpPr txBox="1"/>
          <p:nvPr/>
        </p:nvSpPr>
        <p:spPr>
          <a:xfrm>
            <a:off x="6400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 framework used to build all screens with widgets.</a:t>
            </a:r>
            <a:endParaRPr lang="en-US" sz="1400" dirty="0"/>
          </a:p>
        </p:txBody>
      </p:sp>
      <p:sp>
        <p:nvSpPr>
          <p:cNvPr id="6" name="Tech card Dart"/>
          <p:cNvSpPr/>
          <p:nvPr/>
        </p:nvSpPr>
        <p:spPr>
          <a:xfrm>
            <a:off x="3246120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ch name Dart"/>
          <p:cNvSpPr txBox="1"/>
          <p:nvPr/>
        </p:nvSpPr>
        <p:spPr>
          <a:xfrm>
            <a:off x="34290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Dart</a:t>
            </a:r>
            <a:endParaRPr lang="en-US" sz="1800" dirty="0"/>
          </a:p>
        </p:txBody>
      </p:sp>
      <p:sp>
        <p:nvSpPr>
          <p:cNvPr id="8" name="Tech role Dart"/>
          <p:cNvSpPr txBox="1"/>
          <p:nvPr/>
        </p:nvSpPr>
        <p:spPr>
          <a:xfrm>
            <a:off x="342900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Programming language in which the app logic is written.</a:t>
            </a:r>
            <a:endParaRPr lang="en-US" sz="1400" dirty="0"/>
          </a:p>
        </p:txBody>
      </p:sp>
      <p:sp>
        <p:nvSpPr>
          <p:cNvPr id="9" name="Tech card Visual Studio Code"/>
          <p:cNvSpPr/>
          <p:nvPr/>
        </p:nvSpPr>
        <p:spPr>
          <a:xfrm>
            <a:off x="6035040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ch name Visual Studio Code"/>
          <p:cNvSpPr txBox="1"/>
          <p:nvPr/>
        </p:nvSpPr>
        <p:spPr>
          <a:xfrm>
            <a:off x="62179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Visual Studio Code</a:t>
            </a:r>
            <a:endParaRPr lang="en-US" sz="1800" dirty="0"/>
          </a:p>
        </p:txBody>
      </p:sp>
      <p:sp>
        <p:nvSpPr>
          <p:cNvPr id="11" name="Tech role Visual Studio Code"/>
          <p:cNvSpPr txBox="1"/>
          <p:nvPr/>
        </p:nvSpPr>
        <p:spPr>
          <a:xfrm>
            <a:off x="621792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Development environment used to write and run the code.</a:t>
            </a:r>
            <a:endParaRPr lang="en-US" sz="1400" dirty="0"/>
          </a:p>
        </p:txBody>
      </p:sp>
      <p:sp>
        <p:nvSpPr>
          <p:cNvPr id="12" name="Tech card Chrome / Flutter Web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ch name Chrome / Flutter Web"/>
          <p:cNvSpPr txBox="1"/>
          <p:nvPr/>
        </p:nvSpPr>
        <p:spPr>
          <a:xfrm>
            <a:off x="64008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Chrome / Flutter Web</a:t>
            </a:r>
            <a:endParaRPr lang="en-US" sz="1800" dirty="0"/>
          </a:p>
        </p:txBody>
      </p:sp>
      <p:sp>
        <p:nvSpPr>
          <p:cNvPr id="14" name="Tech role Chrome / Flutter Web"/>
          <p:cNvSpPr txBox="1"/>
          <p:nvPr/>
        </p:nvSpPr>
        <p:spPr>
          <a:xfrm>
            <a:off x="64008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app runs in the browser (localhost) for testing and demo.</a:t>
            </a:r>
            <a:endParaRPr lang="en-US" sz="1400" dirty="0"/>
          </a:p>
        </p:txBody>
      </p:sp>
      <p:sp>
        <p:nvSpPr>
          <p:cNvPr id="15" name="Tech card url_launcher"/>
          <p:cNvSpPr/>
          <p:nvPr/>
        </p:nvSpPr>
        <p:spPr>
          <a:xfrm>
            <a:off x="324612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ch name url_launcher"/>
          <p:cNvSpPr txBox="1"/>
          <p:nvPr/>
        </p:nvSpPr>
        <p:spPr>
          <a:xfrm>
            <a:off x="342900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url_launcher</a:t>
            </a:r>
            <a:endParaRPr lang="en-US" sz="1800" dirty="0"/>
          </a:p>
        </p:txBody>
      </p:sp>
      <p:sp>
        <p:nvSpPr>
          <p:cNvPr id="17" name="Tech role url_launcher"/>
          <p:cNvSpPr txBox="1"/>
          <p:nvPr/>
        </p:nvSpPr>
        <p:spPr>
          <a:xfrm>
            <a:off x="342900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Opens external links such as GitHub and project reports.</a:t>
            </a:r>
            <a:endParaRPr lang="en-US" sz="1400" dirty="0"/>
          </a:p>
        </p:txBody>
      </p:sp>
      <p:sp>
        <p:nvSpPr>
          <p:cNvPr id="18" name="Tech card Assets"/>
          <p:cNvSpPr/>
          <p:nvPr/>
        </p:nvSpPr>
        <p:spPr>
          <a:xfrm>
            <a:off x="603504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ch name Assets"/>
          <p:cNvSpPr txBox="1"/>
          <p:nvPr/>
        </p:nvSpPr>
        <p:spPr>
          <a:xfrm>
            <a:off x="62179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Assets</a:t>
            </a:r>
            <a:endParaRPr lang="en-US" sz="1800" dirty="0"/>
          </a:p>
        </p:txBody>
      </p:sp>
      <p:sp>
        <p:nvSpPr>
          <p:cNvPr id="20" name="Tech role Assets"/>
          <p:cNvSpPr txBox="1"/>
          <p:nvPr/>
        </p:nvSpPr>
        <p:spPr>
          <a:xfrm>
            <a:off x="621792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files such as the profile image and certificate files.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Development Process and Workflow</a:t>
            </a:r>
            <a:endParaRPr lang="en-US" sz="2800" dirty="0"/>
          </a:p>
        </p:txBody>
      </p:sp>
      <p:sp>
        <p:nvSpPr>
          <p:cNvPr id="3" name="Step circle 1"/>
          <p:cNvSpPr/>
          <p:nvPr/>
        </p:nvSpPr>
        <p:spPr>
          <a:xfrm>
            <a:off x="868680" y="15544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8686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Arrow 1"/>
          <p:cNvSpPr/>
          <p:nvPr/>
        </p:nvSpPr>
        <p:spPr>
          <a:xfrm>
            <a:off x="1645920" y="1920240"/>
            <a:ext cx="886968" cy="0"/>
          </a:xfrm>
          <a:prstGeom prst="line">
            <a:avLst/>
          </a:prstGeom>
          <a:noFill/>
          <a:ln w="25400">
            <a:solidFill>
              <a:srgbClr val="8C96C4"/>
            </a:solidFill>
            <a:prstDash val="solid"/>
            <a:tailEnd type="triangle"/>
          </a:ln>
        </p:spPr>
      </p:sp>
      <p:sp>
        <p:nvSpPr>
          <p:cNvPr id="6" name="Step card 1"/>
          <p:cNvSpPr/>
          <p:nvPr/>
        </p:nvSpPr>
        <p:spPr>
          <a:xfrm>
            <a:off x="457200" y="260604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ep title 1"/>
          <p:cNvSpPr txBox="1"/>
          <p:nvPr/>
        </p:nvSpPr>
        <p:spPr>
          <a:xfrm>
            <a:off x="54864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Identify</a:t>
            </a:r>
            <a:endParaRPr lang="en-US" sz="1700" dirty="0"/>
          </a:p>
        </p:txBody>
      </p:sp>
      <p:sp>
        <p:nvSpPr>
          <p:cNvPr id="8" name="Step text 1"/>
          <p:cNvSpPr txBox="1"/>
          <p:nvPr/>
        </p:nvSpPr>
        <p:spPr>
          <a:xfrm>
            <a:off x="566928" y="31089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Decide the portfolio sections needed</a:t>
            </a:r>
            <a:endParaRPr lang="en-US" sz="1400" dirty="0"/>
          </a:p>
        </p:txBody>
      </p:sp>
      <p:sp>
        <p:nvSpPr>
          <p:cNvPr id="9" name="Step circle 2"/>
          <p:cNvSpPr/>
          <p:nvPr/>
        </p:nvSpPr>
        <p:spPr>
          <a:xfrm>
            <a:off x="2532888" y="15544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253288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Arrow 2"/>
          <p:cNvSpPr/>
          <p:nvPr/>
        </p:nvSpPr>
        <p:spPr>
          <a:xfrm>
            <a:off x="3310128" y="1920240"/>
            <a:ext cx="886968" cy="0"/>
          </a:xfrm>
          <a:prstGeom prst="line">
            <a:avLst/>
          </a:prstGeom>
          <a:noFill/>
          <a:ln w="25400">
            <a:solidFill>
              <a:srgbClr val="8C96C4"/>
            </a:solidFill>
            <a:prstDash val="solid"/>
            <a:tailEnd type="triangle"/>
          </a:ln>
        </p:spPr>
      </p:sp>
      <p:sp>
        <p:nvSpPr>
          <p:cNvPr id="12" name="Step card 2"/>
          <p:cNvSpPr/>
          <p:nvPr/>
        </p:nvSpPr>
        <p:spPr>
          <a:xfrm>
            <a:off x="2121408" y="260604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ep title 2"/>
          <p:cNvSpPr txBox="1"/>
          <p:nvPr/>
        </p:nvSpPr>
        <p:spPr>
          <a:xfrm>
            <a:off x="2212848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Organize</a:t>
            </a:r>
            <a:endParaRPr lang="en-US" sz="1700" dirty="0"/>
          </a:p>
        </p:txBody>
      </p:sp>
      <p:sp>
        <p:nvSpPr>
          <p:cNvPr id="14" name="Step text 2"/>
          <p:cNvSpPr txBox="1"/>
          <p:nvPr/>
        </p:nvSpPr>
        <p:spPr>
          <a:xfrm>
            <a:off x="2231136" y="31089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and arrange the student information</a:t>
            </a:r>
            <a:endParaRPr lang="en-US" sz="1400" dirty="0"/>
          </a:p>
        </p:txBody>
      </p:sp>
      <p:sp>
        <p:nvSpPr>
          <p:cNvPr id="15" name="Step circle 3"/>
          <p:cNvSpPr/>
          <p:nvPr/>
        </p:nvSpPr>
        <p:spPr>
          <a:xfrm>
            <a:off x="4197096" y="15544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tep number 3"/>
          <p:cNvSpPr txBox="1"/>
          <p:nvPr/>
        </p:nvSpPr>
        <p:spPr>
          <a:xfrm>
            <a:off x="419709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Arrow 3"/>
          <p:cNvSpPr/>
          <p:nvPr/>
        </p:nvSpPr>
        <p:spPr>
          <a:xfrm>
            <a:off x="4974336" y="1920240"/>
            <a:ext cx="886968" cy="0"/>
          </a:xfrm>
          <a:prstGeom prst="line">
            <a:avLst/>
          </a:prstGeom>
          <a:noFill/>
          <a:ln w="25400">
            <a:solidFill>
              <a:srgbClr val="8C96C4"/>
            </a:solidFill>
            <a:prstDash val="solid"/>
            <a:tailEnd type="triangle"/>
          </a:ln>
        </p:spPr>
      </p:sp>
      <p:sp>
        <p:nvSpPr>
          <p:cNvPr id="18" name="Step card 3"/>
          <p:cNvSpPr/>
          <p:nvPr/>
        </p:nvSpPr>
        <p:spPr>
          <a:xfrm>
            <a:off x="3785616" y="260604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title 3"/>
          <p:cNvSpPr txBox="1"/>
          <p:nvPr/>
        </p:nvSpPr>
        <p:spPr>
          <a:xfrm>
            <a:off x="3877056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</a:t>
            </a:r>
            <a:endParaRPr lang="en-US" sz="1700" dirty="0"/>
          </a:p>
        </p:txBody>
      </p:sp>
      <p:sp>
        <p:nvSpPr>
          <p:cNvPr id="20" name="Step text 3"/>
          <p:cNvSpPr txBox="1"/>
          <p:nvPr/>
        </p:nvSpPr>
        <p:spPr>
          <a:xfrm>
            <a:off x="3895344" y="31089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the interface with Flutter widgets</a:t>
            </a:r>
            <a:endParaRPr lang="en-US" sz="1400" dirty="0"/>
          </a:p>
        </p:txBody>
      </p:sp>
      <p:sp>
        <p:nvSpPr>
          <p:cNvPr id="21" name="Step circle 4"/>
          <p:cNvSpPr/>
          <p:nvPr/>
        </p:nvSpPr>
        <p:spPr>
          <a:xfrm>
            <a:off x="5861304" y="15544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tep number 4"/>
          <p:cNvSpPr txBox="1"/>
          <p:nvPr/>
        </p:nvSpPr>
        <p:spPr>
          <a:xfrm>
            <a:off x="586130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Arrow 4"/>
          <p:cNvSpPr/>
          <p:nvPr/>
        </p:nvSpPr>
        <p:spPr>
          <a:xfrm>
            <a:off x="6638544" y="1920240"/>
            <a:ext cx="886968" cy="0"/>
          </a:xfrm>
          <a:prstGeom prst="line">
            <a:avLst/>
          </a:prstGeom>
          <a:noFill/>
          <a:ln w="25400">
            <a:solidFill>
              <a:srgbClr val="8C96C4"/>
            </a:solidFill>
            <a:prstDash val="solid"/>
            <a:tailEnd type="triangle"/>
          </a:ln>
        </p:spPr>
      </p:sp>
      <p:sp>
        <p:nvSpPr>
          <p:cNvPr id="24" name="Step card 4"/>
          <p:cNvSpPr/>
          <p:nvPr/>
        </p:nvSpPr>
        <p:spPr>
          <a:xfrm>
            <a:off x="5449824" y="260604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title 4"/>
          <p:cNvSpPr txBox="1"/>
          <p:nvPr/>
        </p:nvSpPr>
        <p:spPr>
          <a:xfrm>
            <a:off x="5541264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Connect</a:t>
            </a:r>
            <a:endParaRPr lang="en-US" sz="1700" dirty="0"/>
          </a:p>
        </p:txBody>
      </p:sp>
      <p:sp>
        <p:nvSpPr>
          <p:cNvPr id="26" name="Step text 4"/>
          <p:cNvSpPr txBox="1"/>
          <p:nvPr/>
        </p:nvSpPr>
        <p:spPr>
          <a:xfrm>
            <a:off x="5559552" y="31089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navigation, content and relevant links</a:t>
            </a:r>
            <a:endParaRPr lang="en-US" sz="1400" dirty="0"/>
          </a:p>
        </p:txBody>
      </p:sp>
      <p:sp>
        <p:nvSpPr>
          <p:cNvPr id="27" name="Step circle 5"/>
          <p:cNvSpPr/>
          <p:nvPr/>
        </p:nvSpPr>
        <p:spPr>
          <a:xfrm>
            <a:off x="7525512" y="15544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tep number 5"/>
          <p:cNvSpPr txBox="1"/>
          <p:nvPr/>
        </p:nvSpPr>
        <p:spPr>
          <a:xfrm>
            <a:off x="7525512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9" name="Step card 5"/>
          <p:cNvSpPr/>
          <p:nvPr/>
        </p:nvSpPr>
        <p:spPr>
          <a:xfrm>
            <a:off x="7114032" y="2606040"/>
            <a:ext cx="1554480" cy="1600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ep title 5"/>
          <p:cNvSpPr txBox="1"/>
          <p:nvPr/>
        </p:nvSpPr>
        <p:spPr>
          <a:xfrm>
            <a:off x="720547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Run &amp; Review</a:t>
            </a:r>
            <a:endParaRPr lang="en-US" sz="1700" dirty="0"/>
          </a:p>
        </p:txBody>
      </p:sp>
      <p:sp>
        <p:nvSpPr>
          <p:cNvPr id="31" name="Step text 5"/>
          <p:cNvSpPr txBox="1"/>
          <p:nvPr/>
        </p:nvSpPr>
        <p:spPr>
          <a:xfrm>
            <a:off x="7223760" y="310896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app and check the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Output Screen: Academic Details</a:t>
            </a:r>
            <a:endParaRPr lang="en-US" sz="2800" dirty="0"/>
          </a:p>
        </p:txBody>
      </p:sp>
      <p:pic>
        <p:nvPicPr>
          <p:cNvPr id="3" name="Academic Details screenshot" descr="/home/claude/img/ac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94960" cy="3042158"/>
          </a:xfrm>
          <a:prstGeom prst="rect">
            <a:avLst/>
          </a:prstGeom>
        </p:spPr>
      </p:pic>
      <p:sp>
        <p:nvSpPr>
          <p:cNvPr id="4" name="Academic Details screenshot border"/>
          <p:cNvSpPr/>
          <p:nvPr/>
        </p:nvSpPr>
        <p:spPr>
          <a:xfrm>
            <a:off x="457200" y="1143000"/>
            <a:ext cx="5394960" cy="3042158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25831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Academic Details page: education, performance and technical skills</a:t>
            </a:r>
            <a:endParaRPr lang="en-US" sz="1100" dirty="0"/>
          </a:p>
        </p:txBody>
      </p:sp>
      <p:sp>
        <p:nvSpPr>
          <p:cNvPr id="6" name="Academic text"/>
          <p:cNvSpPr txBox="1"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Education history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B.Tech CSE (2024–2028), Intermediate MPC, SSC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Academic performance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B.Tech CGPA 8.77, Intermediate 98%, SSC CGPA 10.0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Technical skills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Languages, tools, coursework and soft skills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Output Screen: Course Certifications</a:t>
            </a:r>
            <a:endParaRPr lang="en-US" sz="2800" dirty="0"/>
          </a:p>
        </p:txBody>
      </p:sp>
      <p:pic>
        <p:nvPicPr>
          <p:cNvPr id="3" name="Certifications screenshot" descr="/home/claude/img/cer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68728"/>
          </a:xfrm>
          <a:prstGeom prst="rect">
            <a:avLst/>
          </a:prstGeom>
        </p:spPr>
      </p:pic>
      <p:sp>
        <p:nvSpPr>
          <p:cNvPr id="4" name="Certifications screenshot border"/>
          <p:cNvSpPr/>
          <p:nvPr/>
        </p:nvSpPr>
        <p:spPr>
          <a:xfrm>
            <a:off x="457200" y="1097280"/>
            <a:ext cx="4023360" cy="2268728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43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Seven course entries with provider, year and a View action</a:t>
            </a:r>
            <a:endParaRPr lang="en-US" sz="1100" dirty="0"/>
          </a:p>
        </p:txBody>
      </p:sp>
      <p:pic>
        <p:nvPicPr>
          <p:cNvPr id="6" name="Opened certificate screenshot" descr="/home/claude/img/cert_op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68728"/>
          </a:xfrm>
          <a:prstGeom prst="rect">
            <a:avLst/>
          </a:prstGeom>
        </p:spPr>
      </p:pic>
      <p:sp>
        <p:nvSpPr>
          <p:cNvPr id="7" name="Opened certificate screenshot border"/>
          <p:cNvSpPr/>
          <p:nvPr/>
        </p:nvSpPr>
        <p:spPr>
          <a:xfrm>
            <a:off x="4663440" y="1097280"/>
            <a:ext cx="4023360" cy="2268728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663440" y="343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View opens the certificate file in a new browser tab</a:t>
            </a:r>
            <a:endParaRPr lang="en-US" sz="1100" dirty="0"/>
          </a:p>
        </p:txBody>
      </p:sp>
      <p:sp>
        <p:nvSpPr>
          <p:cNvPr id="9" name="Certifications text"/>
          <p:cNvSpPr txBox="1"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entry shows the course name, the provider (Being Zero, CodeChef, Simplilearn, Scaler) and the year, so certificates can be checked quickly without searching through files.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Output Screen: Activities</a:t>
            </a:r>
            <a:endParaRPr lang="en-US" sz="2800" dirty="0"/>
          </a:p>
        </p:txBody>
      </p:sp>
      <p:sp>
        <p:nvSpPr>
          <p:cNvPr id="3" name="Activities heading"/>
          <p:cNvSpPr txBox="1"/>
          <p:nvPr/>
        </p:nvSpPr>
        <p:spPr>
          <a:xfrm>
            <a:off x="45720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Activities &amp; Leadership</a:t>
            </a:r>
            <a:endParaRPr lang="en-US" sz="1800" dirty="0"/>
          </a:p>
        </p:txBody>
      </p:sp>
      <p:sp>
        <p:nvSpPr>
          <p:cNvPr id="4" name="Activity card 1"/>
          <p:cNvSpPr/>
          <p:nvPr/>
        </p:nvSpPr>
        <p:spPr>
          <a:xfrm>
            <a:off x="457200" y="1600200"/>
            <a:ext cx="29260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ctivity 1"/>
          <p:cNvSpPr txBox="1"/>
          <p:nvPr/>
        </p:nvSpPr>
        <p:spPr>
          <a:xfrm>
            <a:off x="594360" y="16002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Anokhee Mentorship Initiative</a:t>
            </a:r>
            <a:endParaRPr lang="en-US" sz="1500" dirty="0"/>
          </a:p>
        </p:txBody>
      </p:sp>
      <p:sp>
        <p:nvSpPr>
          <p:cNvPr id="6" name="Activity card 2"/>
          <p:cNvSpPr/>
          <p:nvPr/>
        </p:nvSpPr>
        <p:spPr>
          <a:xfrm>
            <a:off x="457200" y="2167128"/>
            <a:ext cx="29260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ctivity 2"/>
          <p:cNvSpPr txBox="1"/>
          <p:nvPr/>
        </p:nvSpPr>
        <p:spPr>
          <a:xfrm>
            <a:off x="594360" y="216712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Flipkart GRiD 7.0</a:t>
            </a:r>
            <a:endParaRPr lang="en-US" sz="1500" dirty="0"/>
          </a:p>
        </p:txBody>
      </p:sp>
      <p:sp>
        <p:nvSpPr>
          <p:cNvPr id="8" name="Activity card 3"/>
          <p:cNvSpPr/>
          <p:nvPr/>
        </p:nvSpPr>
        <p:spPr>
          <a:xfrm>
            <a:off x="457200" y="2734056"/>
            <a:ext cx="29260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ctivity 3"/>
          <p:cNvSpPr txBox="1"/>
          <p:nvPr/>
        </p:nvSpPr>
        <p:spPr>
          <a:xfrm>
            <a:off x="594360" y="273405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Google Big Code</a:t>
            </a:r>
            <a:endParaRPr lang="en-US" sz="1500" dirty="0"/>
          </a:p>
        </p:txBody>
      </p:sp>
      <p:sp>
        <p:nvSpPr>
          <p:cNvPr id="10" name="Activity card 4"/>
          <p:cNvSpPr/>
          <p:nvPr/>
        </p:nvSpPr>
        <p:spPr>
          <a:xfrm>
            <a:off x="457200" y="3300984"/>
            <a:ext cx="292608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ctivity 4"/>
          <p:cNvSpPr txBox="1"/>
          <p:nvPr/>
        </p:nvSpPr>
        <p:spPr>
          <a:xfrm>
            <a:off x="5943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Technical Event Participation</a:t>
            </a:r>
            <a:endParaRPr lang="en-US" sz="1500" dirty="0"/>
          </a:p>
        </p:txBody>
      </p:sp>
      <p:sp>
        <p:nvSpPr>
          <p:cNvPr id="12" name="Activities summary"/>
          <p:cNvSpPr txBox="1"/>
          <p:nvPr/>
        </p:nvSpPr>
        <p:spPr>
          <a:xfrm>
            <a:off x="457200" y="3931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section shows mentorship, competitions and technical events, going beyond marks and certificates.</a:t>
            </a:r>
            <a:endParaRPr lang="en-US" sz="1400" dirty="0"/>
          </a:p>
        </p:txBody>
      </p:sp>
      <p:pic>
        <p:nvPicPr>
          <p:cNvPr id="13" name="Activities screenshot" descr="/home/claude/img/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143000"/>
            <a:ext cx="5029200" cy="2835910"/>
          </a:xfrm>
          <a:prstGeom prst="rect">
            <a:avLst/>
          </a:prstGeom>
        </p:spPr>
      </p:pic>
      <p:sp>
        <p:nvSpPr>
          <p:cNvPr id="14" name="Activities screenshot border"/>
          <p:cNvSpPr/>
          <p:nvPr/>
        </p:nvSpPr>
        <p:spPr>
          <a:xfrm>
            <a:off x="3657600" y="1143000"/>
            <a:ext cx="5029200" cy="2835910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57600" y="405206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Activities page with a short description for each entry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Output Screen: Achievements</a:t>
            </a:r>
            <a:endParaRPr lang="en-US" sz="2800" dirty="0"/>
          </a:p>
        </p:txBody>
      </p:sp>
      <p:pic>
        <p:nvPicPr>
          <p:cNvPr id="3" name="Achievements screenshot" descr="/home/claude/img/ach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937760" cy="2784348"/>
          </a:xfrm>
          <a:prstGeom prst="rect">
            <a:avLst/>
          </a:prstGeom>
        </p:spPr>
      </p:pic>
      <p:sp>
        <p:nvSpPr>
          <p:cNvPr id="4" name="Achievements screenshot border"/>
          <p:cNvSpPr/>
          <p:nvPr/>
        </p:nvSpPr>
        <p:spPr>
          <a:xfrm>
            <a:off x="457200" y="1143000"/>
            <a:ext cx="4937760" cy="2784348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0005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Achievements carousel, showing card 2 of 4</a:t>
            </a:r>
            <a:endParaRPr lang="en-US" sz="1100" dirty="0"/>
          </a:p>
        </p:txBody>
      </p:sp>
      <p:sp>
        <p:nvSpPr>
          <p:cNvPr id="6" name="Achievements heading"/>
          <p:cNvSpPr txBox="1"/>
          <p:nvPr/>
        </p:nvSpPr>
        <p:spPr>
          <a:xfrm>
            <a:off x="612648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Achievement cards (1 to 4)</a:t>
            </a:r>
            <a:endParaRPr lang="en-US" sz="1800" dirty="0"/>
          </a:p>
        </p:txBody>
      </p:sp>
      <p:sp>
        <p:nvSpPr>
          <p:cNvPr id="7" name="Achievement card 1"/>
          <p:cNvSpPr/>
          <p:nvPr/>
        </p:nvSpPr>
        <p:spPr>
          <a:xfrm>
            <a:off x="6126480" y="160020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hievement text 1"/>
          <p:cNvSpPr txBox="1"/>
          <p:nvPr/>
        </p:nvSpPr>
        <p:spPr>
          <a:xfrm>
            <a:off x="6236208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Flag Quest: 2nd Place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6677"/>
                </a:solidFill>
              </a:rPr>
              <a:t>Technical event at Synergia, BVRIT Hyderabad</a:t>
            </a:r>
            <a:endParaRPr lang="en-US" sz="1300" dirty="0"/>
          </a:p>
        </p:txBody>
      </p:sp>
      <p:sp>
        <p:nvSpPr>
          <p:cNvPr id="9" name="Achievement card 2"/>
          <p:cNvSpPr/>
          <p:nvPr/>
        </p:nvSpPr>
        <p:spPr>
          <a:xfrm>
            <a:off x="6126480" y="237744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chievement text 2"/>
          <p:cNvSpPr txBox="1"/>
          <p:nvPr/>
        </p:nvSpPr>
        <p:spPr>
          <a:xfrm>
            <a:off x="6236208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Infosys Springboard Internship 7.0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6677"/>
                </a:solidFill>
              </a:rPr>
              <a:t>Shortlisted for the internship</a:t>
            </a:r>
            <a:endParaRPr lang="en-US" sz="1300" dirty="0"/>
          </a:p>
        </p:txBody>
      </p:sp>
      <p:sp>
        <p:nvSpPr>
          <p:cNvPr id="11" name="Achievement card 3"/>
          <p:cNvSpPr/>
          <p:nvPr/>
        </p:nvSpPr>
        <p:spPr>
          <a:xfrm>
            <a:off x="6126480" y="315468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hievement text 3"/>
          <p:cNvSpPr txBox="1"/>
          <p:nvPr/>
        </p:nvSpPr>
        <p:spPr>
          <a:xfrm>
            <a:off x="6236208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Anokhee Mentorship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6677"/>
                </a:solidFill>
              </a:rPr>
              <a:t>Selected for the Amadeus Software Labs initiative</a:t>
            </a:r>
            <a:endParaRPr lang="en-US" sz="1300" dirty="0"/>
          </a:p>
        </p:txBody>
      </p:sp>
      <p:sp>
        <p:nvSpPr>
          <p:cNvPr id="13" name="Achievement card 4"/>
          <p:cNvSpPr/>
          <p:nvPr/>
        </p:nvSpPr>
        <p:spPr>
          <a:xfrm>
            <a:off x="6126480" y="393192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chievement text 4"/>
          <p:cNvSpPr txBox="1"/>
          <p:nvPr/>
        </p:nvSpPr>
        <p:spPr>
          <a:xfrm>
            <a:off x="623620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500+ Coding Problems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6677"/>
                </a:solidFill>
              </a:rPr>
              <a:t>Solved across competitive programming platforms</a:t>
            </a:r>
            <a:endParaRPr lang="en-US" sz="1300" dirty="0"/>
          </a:p>
        </p:txBody>
      </p:sp>
      <p:sp>
        <p:nvSpPr>
          <p:cNvPr id="15" name="Achievements summary"/>
          <p:cNvSpPr txBox="1"/>
          <p:nvPr/>
        </p:nvSpPr>
        <p:spPr>
          <a:xfrm>
            <a:off x="457200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highlight appears as a large colored card that the viewer slides through.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Output Screen: Projects</a:t>
            </a:r>
            <a:endParaRPr lang="en-US" sz="2800" dirty="0"/>
          </a:p>
        </p:txBody>
      </p:sp>
      <p:pic>
        <p:nvPicPr>
          <p:cNvPr id="3" name="Projects screenshot" descr="/home/claude/img/proj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29200" cy="2835910"/>
          </a:xfrm>
          <a:prstGeom prst="rect">
            <a:avLst/>
          </a:prstGeom>
        </p:spPr>
      </p:pic>
      <p:sp>
        <p:nvSpPr>
          <p:cNvPr id="4" name="Projects screenshot border"/>
          <p:cNvSpPr/>
          <p:nvPr/>
        </p:nvSpPr>
        <p:spPr>
          <a:xfrm>
            <a:off x="457200" y="1097280"/>
            <a:ext cx="5029200" cy="2835910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97891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Projects page with GitHub and report buttons</a:t>
            </a:r>
            <a:endParaRPr lang="en-US" sz="1100" dirty="0"/>
          </a:p>
        </p:txBody>
      </p:sp>
      <p:sp>
        <p:nvSpPr>
          <p:cNvPr id="6" name="Projects text"/>
          <p:cNvSpPr txBox="1"/>
          <p:nvPr/>
        </p:nvSpPr>
        <p:spPr>
          <a:xfrm>
            <a:off x="457200" y="4251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Workforce Insights Dashboard: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employee skills and analytics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IntegrityX: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GitHub-based programming assignment evaluation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Internet Memory Bank: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Node.js, Express, MongoDB, OpenAI API</a:t>
            </a:r>
            <a:endParaRPr lang="en-US" sz="1200" dirty="0"/>
          </a:p>
        </p:txBody>
      </p:sp>
      <p:pic>
        <p:nvPicPr>
          <p:cNvPr id="7" name="GitHub screenshot" descr="/home/claude/img/g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2743200" cy="1546860"/>
          </a:xfrm>
          <a:prstGeom prst="rect">
            <a:avLst/>
          </a:prstGeom>
        </p:spPr>
      </p:pic>
      <p:sp>
        <p:nvSpPr>
          <p:cNvPr id="8" name="GitHub screenshot border"/>
          <p:cNvSpPr/>
          <p:nvPr/>
        </p:nvSpPr>
        <p:spPr>
          <a:xfrm>
            <a:off x="5943600" y="1097280"/>
            <a:ext cx="2743200" cy="1546860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0" y="26807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View on GitHub opens the repository</a:t>
            </a:r>
            <a:endParaRPr lang="en-US" sz="1100" dirty="0"/>
          </a:p>
        </p:txBody>
      </p:sp>
      <p:pic>
        <p:nvPicPr>
          <p:cNvPr id="10" name="Project report screenshot" descr="/home/claude/img/repor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17520"/>
            <a:ext cx="2743200" cy="1546860"/>
          </a:xfrm>
          <a:prstGeom prst="rect">
            <a:avLst/>
          </a:prstGeom>
        </p:spPr>
      </p:pic>
      <p:sp>
        <p:nvSpPr>
          <p:cNvPr id="11" name="Project report screenshot border"/>
          <p:cNvSpPr/>
          <p:nvPr/>
        </p:nvSpPr>
        <p:spPr>
          <a:xfrm>
            <a:off x="5943600" y="3017520"/>
            <a:ext cx="2743200" cy="1546860"/>
          </a:xfrm>
          <a:prstGeom prst="rect">
            <a:avLst/>
          </a:prstGeom>
          <a:ln w="12700">
            <a:solidFill>
              <a:srgbClr val="C5CBE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943600" y="46009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677"/>
                </a:solidFill>
              </a:rPr>
              <a:t>View Project Report opens the report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6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Name and roll"/>
          <p:cNvSpPr txBox="1"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DEEE"/>
                </a:solidFill>
              </a:rPr>
              <a:t>G. Pranathi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9DEEE"/>
                </a:solidFill>
              </a:rPr>
              <a:t>Roll No. 24WH1A0584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E-Portfolio">
  <a:themeElements>
    <a:clrScheme name="Student E-Portfolio">
      <a:dk1>
        <a:srgbClr val="1B2033"/>
      </a:dk1>
      <a:lt1>
        <a:srgbClr val="FFFFFF"/>
      </a:lt1>
      <a:dk2>
        <a:srgbClr val="1F2A5C"/>
      </a:dk2>
      <a:lt2>
        <a:srgbClr val="F2F4F8"/>
      </a:lt2>
      <a:accent1>
        <a:srgbClr val="1F2A5C"/>
      </a:accent1>
      <a:accent2>
        <a:srgbClr val="44508A"/>
      </a:accent2>
      <a:accent3>
        <a:srgbClr val="8C96C4"/>
      </a:accent3>
      <a:accent4>
        <a:srgbClr val="D9DEEE"/>
      </a:accent4>
      <a:accent5>
        <a:srgbClr val="5F6677"/>
      </a:accent5>
      <a:accent6>
        <a:srgbClr val="3A4A9F"/>
      </a:accent6>
      <a:hlink>
        <a:srgbClr val="44508A"/>
      </a:hlink>
      <a:folHlink>
        <a:srgbClr val="5F6677"/>
      </a:folHlink>
    </a:clrScheme>
    <a:fontScheme name="Student E-Portfol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E-Portfolio Application</dc:title>
  <dc:subject>PptxGenJS Presentation</dc:subject>
  <dc:creator>G. Pranathi</dc:creator>
  <cp:lastModifiedBy>G. Pranathi</cp:lastModifiedBy>
  <cp:revision>1</cp:revision>
  <dcterms:created xsi:type="dcterms:W3CDTF">2026-10-11T15:40:13Z</dcterms:created>
  <dcterms:modified xsi:type="dcterms:W3CDTF">2026-10-11T15:40:13Z</dcterms:modified>
</cp:coreProperties>
</file>